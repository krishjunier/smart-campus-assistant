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5" r:id="rId5"/>
    <p:sldId id="266" r:id="rId6"/>
    <p:sldId id="267" r:id="rId7"/>
    <p:sldId id="260" r:id="rId8"/>
    <p:sldId id="261" r:id="rId9"/>
    <p:sldId id="264" r:id="rId10"/>
    <p:sldId id="263" r:id="rId11"/>
    <p:sldId id="262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2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18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927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8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19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12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160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83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61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25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18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720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05886-8A87-4976-BB36-B21729F49A2A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CB912-3750-43E5-B19D-E4FDE74D0B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520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GE3791 </a:t>
            </a:r>
            <a:b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 HUMAN  VALUES                   AND                                     ETHICS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9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UNIT IV           	SOCIAL ETHICS	      6</a:t>
            </a:r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Application of ethical reasoning to social problems – Gender bias and issues – Gender violence – Social discrimination – Constitutional protection and policies – </a:t>
            </a:r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Inclusive practices.</a:t>
            </a:r>
            <a:endParaRPr lang="en-IN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468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Inclusive Practice: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It refers to Strategies , policies and actions designed to create environments that embrace and support the diversity of individuals and groups , ensuring that everyone feels valued , respected and included.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4816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1.Understanding Diversity: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It involves acknowledging that diversity enriches communities and organizations by bringing perspectives, experiences and talents to the tables.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742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2.CreatingInclusives Environments: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Includes ensuring accessibility for individuals with Disabilities, providing gender neutral facilities , promoting multiculturalism and fostering a cultural of belongings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469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3.Promoting equal opportunities: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may involve implementing fair hiring practices, offering training and development opportunities and providing accommodations to support the needs of diverse individuals.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0678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4.Challenging Discrimination and Bias: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involves raising awareness , promoting empathy and understanding and addressing systemic barriers that perpetuate inequality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0155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5.Fostering collaboration and Engagement: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include involving diverse voices in decision making process , soliciting feedback from marginalized groups, and creating spaces for dialogue and exchange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934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6.Educating and Training: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may include workshops, seminars , diversity training programs and on-going learning opportunities for staff, students or community members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918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7.Measuring and Evaluating Progress: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include collecting data on diversity metrics, conducting surveys or assessments and soliciting feedback from stakeholders to inform decision making and strategic planning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206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8.Leadership and Accountability: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Inclusive practices are driven by leadership commitment and accountability at all levels of an organisation 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4268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9.Celebrating diversity and Achievements: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This may include organizing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culturals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events, highlighting success stories of underrepresented group and promoting a culture of appreciation and recognition.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0648"/>
            <a:ext cx="6705600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7856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264</Words>
  <Application>Microsoft Office PowerPoint</Application>
  <PresentationFormat>On-screen Show (4:3)</PresentationFormat>
  <Paragraphs>23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GE3791     HUMAN  VALUES                   AND                                     ETHICS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GE3791     HUMAN  VALUES                   AND                                     ETHICS</dc:title>
  <dc:creator>ELCOT</dc:creator>
  <cp:lastModifiedBy>ELCOT</cp:lastModifiedBy>
  <cp:revision>7</cp:revision>
  <dcterms:created xsi:type="dcterms:W3CDTF">2024-09-09T17:49:44Z</dcterms:created>
  <dcterms:modified xsi:type="dcterms:W3CDTF">2024-09-09T18:18:36Z</dcterms:modified>
</cp:coreProperties>
</file>